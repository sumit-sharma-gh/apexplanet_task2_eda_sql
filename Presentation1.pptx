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ext Box 3"/>
          <p:cNvSpPr txBox="1"/>
          <p:nvPr/>
        </p:nvSpPr>
        <p:spPr>
          <a:xfrm>
            <a:off x="3329940" y="132715"/>
            <a:ext cx="5488940" cy="55562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en-US" sz="2800" b="1">
                <a:solidFill>
                  <a:schemeClr val="tx1"/>
                </a:solidFill>
              </a:rPr>
              <a:t>Superstore Sales Dashboard</a:t>
            </a:r>
            <a:endParaRPr lang="en-US" altLang="en-US" sz="2800" b="1">
              <a:solidFill>
                <a:schemeClr val="tx1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665480" y="873760"/>
            <a:ext cx="2844800" cy="96647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en-US" sz="2400" b="1"/>
              <a:t>Total Sales</a:t>
            </a:r>
            <a:endParaRPr lang="en-US" altLang="en-US" sz="2400" b="1"/>
          </a:p>
          <a:p>
            <a:pPr algn="ctr"/>
            <a:r>
              <a:rPr lang="en-US" altLang="en-US" sz="2400"/>
              <a:t>₹ 2,261,536</a:t>
            </a:r>
            <a:endParaRPr lang="en-US" altLang="en-US" sz="2400"/>
          </a:p>
        </p:txBody>
      </p:sp>
      <p:sp>
        <p:nvSpPr>
          <p:cNvPr id="8" name="Rectangles 7"/>
          <p:cNvSpPr/>
          <p:nvPr/>
        </p:nvSpPr>
        <p:spPr>
          <a:xfrm>
            <a:off x="4901565" y="873760"/>
            <a:ext cx="2682875" cy="96647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en-US" sz="2400" b="1"/>
              <a:t>Total Orders</a:t>
            </a:r>
            <a:endParaRPr lang="en-US" altLang="en-US" sz="2400" b="1"/>
          </a:p>
          <a:p>
            <a:pPr algn="ctr"/>
            <a:r>
              <a:rPr lang="en-US" altLang="en-US" sz="2400"/>
              <a:t>9800</a:t>
            </a:r>
            <a:endParaRPr lang="en-US" altLang="en-US" sz="2400"/>
          </a:p>
        </p:txBody>
      </p:sp>
      <p:sp>
        <p:nvSpPr>
          <p:cNvPr id="9" name="Rectangles 8"/>
          <p:cNvSpPr/>
          <p:nvPr/>
        </p:nvSpPr>
        <p:spPr>
          <a:xfrm>
            <a:off x="8975725" y="873760"/>
            <a:ext cx="2752725" cy="966470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r>
              <a:rPr lang="en-US" altLang="en-US" sz="2400" b="1"/>
              <a:t>Avg Shipping Days</a:t>
            </a:r>
            <a:endParaRPr lang="en-US" altLang="en-US" sz="2400" b="1"/>
          </a:p>
          <a:p>
            <a:pPr algn="ctr"/>
            <a:r>
              <a:rPr lang="en-US" altLang="en-US" sz="2400"/>
              <a:t>3.95</a:t>
            </a:r>
            <a:endParaRPr lang="en-US" altLang="en-US" sz="2400"/>
          </a:p>
        </p:txBody>
      </p:sp>
      <p:pic>
        <p:nvPicPr>
          <p:cNvPr id="10" name="Picture 9" descr="Category Sale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15" y="2025650"/>
            <a:ext cx="6008370" cy="4362450"/>
          </a:xfrm>
          <a:prstGeom prst="rect">
            <a:avLst/>
          </a:prstGeom>
        </p:spPr>
      </p:pic>
      <p:pic>
        <p:nvPicPr>
          <p:cNvPr id="11" name="Picture 10" descr="Monthly sal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0450" y="2037080"/>
            <a:ext cx="5960110" cy="4307840"/>
          </a:xfrm>
          <a:prstGeom prst="rect">
            <a:avLst/>
          </a:prstGeom>
        </p:spPr>
      </p:pic>
      <p:sp>
        <p:nvSpPr>
          <p:cNvPr id="13" name="Text Box 12"/>
          <p:cNvSpPr txBox="1"/>
          <p:nvPr/>
        </p:nvSpPr>
        <p:spPr>
          <a:xfrm>
            <a:off x="216535" y="6370320"/>
            <a:ext cx="5669915" cy="27622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txBody>
          <a:bodyPr wrap="square" rtlCol="0">
            <a:noAutofit/>
          </a:bodyPr>
          <a:p>
            <a:pPr algn="ctr"/>
            <a:r>
              <a:rPr lang="en-US" altLang="en-US" sz="1200"/>
              <a:t>Technology category generates the highest revenue among all categories.</a:t>
            </a:r>
            <a:endParaRPr lang="en-US" altLang="en-US" sz="1200"/>
          </a:p>
        </p:txBody>
      </p:sp>
      <p:sp>
        <p:nvSpPr>
          <p:cNvPr id="14" name="Text Box 13"/>
          <p:cNvSpPr txBox="1"/>
          <p:nvPr/>
        </p:nvSpPr>
        <p:spPr>
          <a:xfrm>
            <a:off x="6301740" y="6362700"/>
            <a:ext cx="5798185" cy="276225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noAutofit/>
          </a:bodyPr>
          <a:p>
            <a:pPr algn="ctr"/>
            <a:r>
              <a:rPr lang="en-US" altLang="en-US" sz="1200"/>
              <a:t>Sales show an increasing trend in later months, indicating seasonal demand patterns.</a:t>
            </a:r>
            <a:endParaRPr lang="en-US" alt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240</Words>
  <Application>WPS Presentation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Arial Unicode MS</vt:lpstr>
      <vt:lpstr>Calibri Light</vt:lpstr>
      <vt:lpstr>Calibri</vt:lpstr>
      <vt:lpstr>Microsoft YaHei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Sumit Sharma</dc:creator>
  <cp:lastModifiedBy>Sumit Sharma</cp:lastModifiedBy>
  <cp:revision>3</cp:revision>
  <dcterms:created xsi:type="dcterms:W3CDTF">2025-07-23T00:59:00Z</dcterms:created>
  <dcterms:modified xsi:type="dcterms:W3CDTF">2026-02-18T03:00:12Z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486421901002431F87DDF9262196B753_11</vt:lpwstr>
  </property>
  <property fmtid="{D5CDD505-2E9C-101B-9397-08002B2CF9AE}" pid="3" name="KSOProductBuildVer">
    <vt:lpwstr>1033-12.2.0.23196</vt:lpwstr>
  </property>
</Properties>
</file>